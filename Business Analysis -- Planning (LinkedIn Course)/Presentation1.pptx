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4D5C-1238-6DCA-9E5C-9AC03BA8C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A9E69-EE81-35FC-EA4F-F59D6277A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568F0-4D58-C9A7-E9DA-78D8EC08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C72B0-2AE6-EA4D-A88B-378CE0EA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5C6C-23B2-7CA9-020A-515A0C2A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78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E677-8AB9-AC9E-7523-26022319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6DE8-FE03-556C-5C10-60FEF29A9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00189-E97F-BCEF-DBE5-C9A79642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B59B7-D78D-C40F-27BC-33EEAC82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1BAE7-2EDA-1B4A-3F3C-189C029A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29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282F-43F6-5215-482A-FB45E648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A515A-9C9A-3ED2-0ADF-C0A3CBB52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C89B-2D5D-39F8-0ACD-FF1B6D7C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FBEB-000C-2B6A-7759-F9861BF5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87AD-0C3B-2CF6-2999-CE7F564B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08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A276-06DB-6D8E-9E97-4A501E87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D70F-5C58-E914-1D11-031DEC4C6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5BE43-05AF-F884-032F-22ED690C9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3B0D5-3D8F-61C0-A766-D4D2815D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CDE09-FAF5-434B-D975-D7B42A92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3E4B-A6A9-5FAC-A357-1C0E5655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45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47F2-DD19-30A6-C780-EDA7953F2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3858E-AD18-6E2A-DA3F-C9D14156A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11560-5639-CE3B-9189-19F5F48F6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674EF-F619-EF3D-C9B1-9423BAD29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53D60-012E-C0CF-A83E-23AF7015A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33440-C6EF-3682-C693-8B8C2838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E034B-7C51-1AFE-2B4B-5BEDDE92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02F1D-14C4-E2F0-541C-226CA499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39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0DCA-B5D5-806D-A89D-CC38036F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587DE-AE82-3FA2-D480-FCD74AC5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118A2-3BA2-69A4-4EDB-043773FD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FE45A-3710-B4D2-555F-F27B80CB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2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2143D-4016-3669-DB63-6D892582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8D05F-BA53-4FDA-69A8-F85CC8CC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8ADCB-E7C9-070F-5673-2ECD806F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25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56C4-3C1C-4223-11F3-18F5FD8D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A57B-5FB0-8F55-BC4E-E330B29F4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F71D4-7B2B-A126-5730-1AFDB5ED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A3BD9-25CA-7A6F-E58D-61E35F7E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EF437-A9A8-250D-0B72-4046DC0B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71626-85EE-0585-36DC-04F2F2EF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5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2FBB-B163-2CD6-47B1-C10F853E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430E4-B8B2-F8D3-1664-53CAA7121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F5544-7C5D-BA21-F37B-C4525E794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3BA52-4983-D45A-EAB0-8F8C2E49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DCC98-DFF1-DE3C-B4B5-079E0325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2A5BE-C5D3-6A07-8F62-475A3B0E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7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8B4E-E4BA-C14E-3BDA-2CB64579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F4807-EB6B-628F-9C65-133ABE73E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F3E37-6CF6-0486-7D3A-9757AC19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42321-DA3D-F992-E352-69982A36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22EE-34B2-9AC8-F16C-B5A07835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64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4AD5F-AB2F-6FEC-CE0C-CFD7A8C29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27FDB-A865-4EB2-46E1-AD9184F05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34E5B-DF5D-B1B1-21CC-E11BACAD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0494F-4F68-5F0C-9ED9-3B13CEF4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6DF6F-2AE1-9A9F-51EE-169C94C1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6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CE7B9-36A8-AFFD-959C-B2F4A64C3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B55B2-2FB1-EBF1-9F62-3139B3796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9714-C011-7491-68A3-61990D3BF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60867-5630-4B87-9518-7AF0F50A398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3D78-9CAC-0780-D70B-111AD1465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039F2-7FF4-290B-4DD6-F012B1864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75595-EC4D-4F0D-9EB4-B7A578D01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6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21DD-3E2A-8761-F5C2-F65AC3A46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5B00E-65F1-82AC-4A45-BFFD4CBC9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D019A-4ABF-A223-1F13-C7A36C37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4" y="0"/>
            <a:ext cx="12005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CA08-A1DC-7D6B-0E73-89F6B040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F7F80-26FD-0BA6-1CDC-C563CDBD6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530" y="1825625"/>
            <a:ext cx="75889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6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57E9-8ADB-1762-FED8-E188F491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75D63-7132-0CA4-D5CA-DD64461CD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362" y="1825625"/>
            <a:ext cx="76952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50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2500C-E137-E828-C346-00F05065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758AD1-5E1D-0299-A7EE-E4CB419AF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26" y="1825625"/>
            <a:ext cx="75657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6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975F-1DA7-CFED-17A8-9FBA00A5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8E5A2A-FEA3-25B6-94FA-E994E0AE9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802" y="1825625"/>
            <a:ext cx="75643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4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9497-B3EA-CC6B-4E79-ACF917D8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F4263-2010-DBAB-F133-9B1F3E3D1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070" y="1825625"/>
            <a:ext cx="76018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2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0AAD-8003-9612-15AC-C6C5604D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766E3-F3F8-4DC6-8A44-1034AE8B0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181" y="1825625"/>
            <a:ext cx="76096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29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5932-C3F1-26E4-3DF0-85A815FD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501462-CCA4-32D4-30AC-116AD473E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62" y="1825625"/>
            <a:ext cx="7591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3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1E81-F620-B0AF-0F8F-102510CD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DBF22F-FB9E-923F-4C19-DA92E2CEB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054" y="1825625"/>
            <a:ext cx="76738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95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AC1A-BC5D-DCB3-DFCF-519272E2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A2C53-01C5-1DC4-5316-E3DD0B2BD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67" y="1825625"/>
            <a:ext cx="76422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4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F842-8A27-C31E-79D3-F1884E6D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80D5F9-B728-E38C-81D7-EC49A557B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43" y="1825625"/>
            <a:ext cx="7639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1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5FA8-DDB2-8057-E08F-13B01FCF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723D4A-7DC9-FB03-A232-0D4D2447E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593" y="1825625"/>
            <a:ext cx="77908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5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4939-83FC-BDB4-F834-6D2C80A4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2C404-B4AE-05B5-1C45-07B7B0767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414" y="1825625"/>
            <a:ext cx="76291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68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FBEC-99CA-4834-3EFF-E1737400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C1621F-FA55-C303-9F2E-8FBC9499F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647" y="1825625"/>
            <a:ext cx="76227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8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59BE-FFDC-923F-6FD3-7F988CDE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B1E233-E647-D578-404E-DF2F5731E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001" y="1825625"/>
            <a:ext cx="75679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56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A1F3-1052-6E32-6F2A-829B5C44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117A8B-D69B-925D-BA6B-F97F232B0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927" y="1825625"/>
            <a:ext cx="75861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3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937C-02C1-266E-DA74-CB74C969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05181-0C5A-17AB-2D78-B6AE74CA9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208" y="1825625"/>
            <a:ext cx="63035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32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5C84-477B-970E-0671-86A91EFE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34CF45-7E8A-A3F7-CBF7-E2BDADFF5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795" y="1825625"/>
            <a:ext cx="68224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34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99F6-829A-1CD0-AF39-44D92D89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93BF4-D15C-5AE2-7CCC-46B8E7895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330" y="1825625"/>
            <a:ext cx="6919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27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AADA-5242-1F35-C950-EFA2341AC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0228E-A321-711F-1D83-159CDEF53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19" y="1825625"/>
            <a:ext cx="62977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31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3599-B0C6-F0BA-4680-E74C95E8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9D521C-FC42-13AD-C2A1-F766E0DC2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536" y="1825625"/>
            <a:ext cx="75809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1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F4D0-71F6-4D9D-639E-4C8CDB30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A333E-A6E0-C141-A487-D0C8C158E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86" y="1825625"/>
            <a:ext cx="76516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0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82B9-1983-A1D3-30FF-737CAFF2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E306D-06AF-BF32-4CD3-E01D8CEBC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637" y="1825625"/>
            <a:ext cx="76847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76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466D-0A4F-C4BE-9BA4-8AE60FF9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57D5C5-3B36-7288-9133-3DBE8CB3A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814" y="1825625"/>
            <a:ext cx="76463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90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957E-6BF3-9D35-7C9D-10AED08D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8E356-CBDB-2DF8-3444-C02AA4EA4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09" y="1825625"/>
            <a:ext cx="7604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46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582B-7AE8-02F1-014A-5FC14907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D44E6-781B-B756-5684-84F2E0E28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001" y="1825625"/>
            <a:ext cx="75679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81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009A-D802-EB2D-E5A9-780D9E7F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B72FFE-FDBE-769C-8293-0650DB2D5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821" y="1825625"/>
            <a:ext cx="76503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61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4FF6-AB52-565E-971B-1795B9C1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1AE0F9-A418-A17B-F813-1A5318277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207" y="1825625"/>
            <a:ext cx="75575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09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8FD8-9AE2-CEDD-8DC7-3B682D9C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2B186A-E6CE-28C2-65D0-27302A902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909" y="1825625"/>
            <a:ext cx="76941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58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AB15D-129C-9CF9-397D-D711FAAF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0C8012-46BD-DB1C-52FE-3D2A11BAC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647" y="1825625"/>
            <a:ext cx="76227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42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D561-BC7B-DC26-533B-915DA254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52FE31-EC5D-9768-2BD5-79590F255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21" y="1825625"/>
            <a:ext cx="75485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26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36A1-0FE8-7DE4-0297-64B24A35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59CE3-439A-5102-A9CE-072007843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821" y="1825625"/>
            <a:ext cx="76503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28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0671-457E-1465-8157-C12D42E9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A5964-A279-EE39-EA3B-CA0FD474D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852" y="1825625"/>
            <a:ext cx="76082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04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1DAF-46B9-59BF-50B3-50E91700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DBFF45-CC24-0D6D-7B83-A51A1DBD8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083" y="1825625"/>
            <a:ext cx="76398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4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61EF-0784-6982-5A33-87665DEB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698E7-4654-B866-D911-D9F97D5F2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922" y="1825625"/>
            <a:ext cx="76701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32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F0EB-681D-D5B9-8F6C-C2DC0519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602B1-B436-77FC-24D9-833178ACF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907" y="1825625"/>
            <a:ext cx="7702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90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D778-CEA6-1121-5B3D-55505254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4A4733-A6D5-089F-513C-484F8EA64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864" y="1825625"/>
            <a:ext cx="75822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95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E411-1446-A0AA-E22D-7F46722C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167A9-FBB1-CDB7-BDB1-E49B778FB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001" y="1825625"/>
            <a:ext cx="75679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12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5C00-84CF-50D7-2761-3301F870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828F6-DBE6-B393-0155-042ADF916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470" y="1825625"/>
            <a:ext cx="75770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54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63B3-18B9-F61E-FDF3-91F9F0F7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B299A-13F0-B0E5-B323-C414147F6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604" y="1825625"/>
            <a:ext cx="75627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88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DF17-7920-1375-57CD-197FC6D3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5C485-DBAD-58B2-A42E-09939ED98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614" y="1825625"/>
            <a:ext cx="76887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31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3EDD-7BD6-5C14-878C-6BFBDA67A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19E905-EE8F-1C39-FF9C-AF42767CF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58" y="1825625"/>
            <a:ext cx="76490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00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6009-915D-A4A1-69F6-ECE9D4B4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952BA-C690-6A08-ED53-47E7378BE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681" y="1825625"/>
            <a:ext cx="75666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72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342B-344F-A4C4-04CF-57E59767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21B6BD-85D8-095C-9B12-9E54A6AE0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470" y="1825625"/>
            <a:ext cx="7603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88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3BF6-0071-9792-5BE0-E5A16778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1A36C-7AC9-C2E5-EB98-33DD349F2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424" y="1825625"/>
            <a:ext cx="75991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14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D64B-AA43-6D85-DF33-C8E5EEC9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83152C-6AE6-BCB6-C6B5-C13A777E0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7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492F-BA83-D57C-85B7-C5FA7365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C386D-6DEB-1139-E67C-B19676A41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686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1597-DE2D-2777-940D-E513F006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218AA3-60D3-5F1E-BDDE-FFBDD33A3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74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0697-9071-FAD7-4DA0-02FB427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D5A0E5-C3C3-23A9-1C61-287229AC0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951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0608-40D3-CA6F-08B1-40161B52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A30E2-6F6C-4F21-D16C-49FE89265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84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A01E-7652-A1AA-4502-9BE1F993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A04933-E1BF-A040-2509-CAD515CC6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90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24AC-5868-D6B3-1CC5-B86E5352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6C99C-A898-D572-7A9B-C5E4D72D7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48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5392-619D-653E-03C7-D05B13B3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603508-DDB2-13B7-8856-6EAA32A8D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629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B075-2BC1-B040-8EEA-187E05D5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E9A434-632F-97CB-B62E-07C110E14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1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5513-F7B8-368D-29DE-CCD7BF23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BA94C1-5A46-C632-DF94-48BE630EC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45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FA5F-20B1-CA33-2D33-7AC92612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D49290-911A-2CEC-B3FA-309A3244B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524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5A20-6B62-2F2A-7F95-C48ACCFA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AACA90-5FDC-FAE1-F645-4CCE107C8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41" y="1825625"/>
            <a:ext cx="6964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9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Jain</dc:creator>
  <cp:lastModifiedBy>Ashish Jain</cp:lastModifiedBy>
  <cp:revision>1</cp:revision>
  <dcterms:created xsi:type="dcterms:W3CDTF">2026-10-06T01:59:37Z</dcterms:created>
  <dcterms:modified xsi:type="dcterms:W3CDTF">2026-10-06T02:05:22Z</dcterms:modified>
</cp:coreProperties>
</file>