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0DB755-53C3-447E-BE93-FAD486539EC5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en-US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A4E6FD-CA0A-4CBA-B57D-1042D4D23618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A283CD-A71A-48BC-B641-1D58BED94CB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C2ABD4-D571-41C6-8B0B-9B6E686ED740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99291F-0612-4191-B399-DE46481D3882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Outline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Outlin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59D86D-80FA-4D1A-A41A-D048F9F5ED44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DAA91A-C582-4223-AD7D-D6E02E7F4799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C1A06F-1CA2-49BD-8B45-6979B9830158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9F51AA-B17F-452E-8DC2-30A58B667706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B07FCC-3AF0-47BC-9F55-809778139EC5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A19A7E-6221-41C7-97B2-072CDE6C4827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imple-light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055D27-C445-4669-B3EA-3C71588A8E13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US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FB93A7-7F23-40AE-B9FD-894E034C4AB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AB965E-983F-41CE-A9D6-4E10D80DAF4A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FC30EF-1EAB-4DEB-B26C-7DD321E87F07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9D2112-C316-484A-9E91-34D40EF0BC8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7EBD90-3E07-491D-9C85-7685B53E6219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378E1A-78CB-4B1D-8FE8-35AF91BBDA77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7A3057-6794-4817-8CFE-7B4DF0B9AF87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C01CB0-E445-4009-AF23-AA692D5F5BB4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81;p21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354E33-8409-4F32-9AEC-055310F12184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3694FA-CD35-47E3-AEC3-410A14E5E810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99;p25" descr=""/>
          <p:cNvPicPr/>
          <p:nvPr/>
        </p:nvPicPr>
        <p:blipFill>
          <a:blip r:embed="rId1"/>
          <a:stretch/>
        </p:blipFill>
        <p:spPr>
          <a:xfrm>
            <a:off x="2592000" y="591840"/>
            <a:ext cx="3959640" cy="39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04;p26"/>
          <p:cNvSpPr/>
          <p:nvPr/>
        </p:nvSpPr>
        <p:spPr>
          <a:xfrm>
            <a:off x="137880" y="1652040"/>
            <a:ext cx="8867520" cy="18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GB" sz="4000" strike="noStrike" u="none">
                <a:solidFill>
                  <a:srgbClr val="000000"/>
                </a:solidFill>
                <a:effectLst/>
                <a:uFillTx/>
                <a:latin typeface="Rethink Sans"/>
                <a:ea typeface="Rethink Sans"/>
              </a:rPr>
              <a:t>INTROSPECTION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Module Agenda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74760">
              <a:lnSpc>
                <a:spcPct val="150000"/>
              </a:lnSpc>
              <a:buClr>
                <a:srgbClr val="000000"/>
              </a:buClr>
              <a:buFont typeface="Rethink Sans"/>
              <a:buAutoNum type="arabicPeriod"/>
            </a:pPr>
            <a:r>
              <a:rPr b="0" lang="en-GB" sz="23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Finding Your WHY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74760">
              <a:lnSpc>
                <a:spcPct val="150000"/>
              </a:lnSpc>
              <a:buClr>
                <a:srgbClr val="000000"/>
              </a:buClr>
              <a:buFont typeface="Rethink Sans"/>
              <a:buAutoNum type="arabicPeriod"/>
            </a:pPr>
            <a:r>
              <a:rPr b="0" lang="en-GB" sz="23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Why LinkedIn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74760">
              <a:lnSpc>
                <a:spcPct val="150000"/>
              </a:lnSpc>
              <a:buClr>
                <a:srgbClr val="000000"/>
              </a:buClr>
              <a:buFont typeface="Rethink Sans"/>
              <a:buAutoNum type="arabicPeriod"/>
            </a:pPr>
            <a:r>
              <a:rPr b="0" lang="en-GB" sz="23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Figuring Out Your Niche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Finding Your WHY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“All of us know WHAT we do,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Some of us know HOW we do what we do,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And very few of us know WHY we do what we do.”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Because people don’t buy what we do,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they buy why we do it.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17;p28"/>
          <p:cNvSpPr/>
          <p:nvPr/>
        </p:nvSpPr>
        <p:spPr>
          <a:xfrm>
            <a:off x="420120" y="2571840"/>
            <a:ext cx="2892240" cy="686520"/>
          </a:xfrm>
          <a:prstGeom prst="roundRect">
            <a:avLst>
              <a:gd name="adj" fmla="val 16667"/>
            </a:avLst>
          </a:prstGeom>
          <a:solidFill>
            <a:srgbClr val="6bb9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700" strike="noStrike" u="none">
                <a:solidFill>
                  <a:schemeClr val="lt1"/>
                </a:solidFill>
                <a:effectLst/>
                <a:uFillTx/>
                <a:latin typeface="Rethink Sans"/>
                <a:ea typeface="Rethink Sans"/>
              </a:rPr>
              <a:t>KNOW YOUR WHY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18;p28"/>
          <p:cNvSpPr/>
          <p:nvPr/>
        </p:nvSpPr>
        <p:spPr>
          <a:xfrm>
            <a:off x="5405760" y="893160"/>
            <a:ext cx="2533680" cy="25632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19;p28"/>
          <p:cNvSpPr/>
          <p:nvPr/>
        </p:nvSpPr>
        <p:spPr>
          <a:xfrm>
            <a:off x="5173920" y="3766680"/>
            <a:ext cx="2892240" cy="483120"/>
          </a:xfrm>
          <a:prstGeom prst="roundRect">
            <a:avLst>
              <a:gd name="adj" fmla="val 16667"/>
            </a:avLst>
          </a:prstGeom>
          <a:solidFill>
            <a:srgbClr val="6bb9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500" strike="noStrike" u="none">
                <a:solidFill>
                  <a:schemeClr val="lt1"/>
                </a:solidFill>
                <a:effectLst/>
                <a:uFillTx/>
                <a:latin typeface="Rethink Sans"/>
                <a:ea typeface="Rethink Sans"/>
              </a:rPr>
              <a:t>Simon Sinek’s Golden Circle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Finding Your WHY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Ask Yourself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Why do I want to </a:t>
            </a:r>
            <a:r>
              <a:rPr b="0" lang="en-GB" sz="1800" strike="noStrike" u="none">
                <a:solidFill>
                  <a:srgbClr val="006699"/>
                </a:solidFill>
                <a:effectLst/>
                <a:uFillTx/>
                <a:latin typeface="Rethink Sans"/>
                <a:ea typeface="Rethink Sans"/>
              </a:rPr>
              <a:t>create content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What is my </a:t>
            </a:r>
            <a:r>
              <a:rPr b="0" lang="en-GB" sz="1800" strike="noStrike" u="none">
                <a:solidFill>
                  <a:srgbClr val="006699"/>
                </a:solidFill>
                <a:effectLst/>
                <a:uFillTx/>
                <a:latin typeface="Rethink Sans"/>
                <a:ea typeface="Rethink Sans"/>
              </a:rPr>
              <a:t>purpose and motivation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What do </a:t>
            </a:r>
            <a:r>
              <a:rPr b="0" lang="en-GB" sz="1800" strike="noStrike" u="none">
                <a:solidFill>
                  <a:srgbClr val="006699"/>
                </a:solidFill>
                <a:effectLst/>
                <a:uFillTx/>
                <a:latin typeface="Rethink Sans"/>
                <a:ea typeface="Rethink Sans"/>
              </a:rPr>
              <a:t>I aim to get out of this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26;p29"/>
          <p:cNvSpPr/>
          <p:nvPr/>
        </p:nvSpPr>
        <p:spPr>
          <a:xfrm>
            <a:off x="595800" y="3782160"/>
            <a:ext cx="7952040" cy="506520"/>
          </a:xfrm>
          <a:prstGeom prst="roundRect">
            <a:avLst>
              <a:gd name="adj" fmla="val 16667"/>
            </a:avLst>
          </a:prstGeom>
          <a:solidFill>
            <a:srgbClr val="0066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700" strike="noStrike" u="none">
                <a:solidFill>
                  <a:schemeClr val="lt1"/>
                </a:solidFill>
                <a:effectLst/>
                <a:uFillTx/>
                <a:latin typeface="Rethink Sans"/>
                <a:ea typeface="Rethink Sans"/>
              </a:rPr>
              <a:t>Your WHAT and WHY are different things. Understand the nuances.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Brand Warikoo’s WHY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78468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I believe choices in life should come from a point of awareness &amp; not ignorance.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Your WHY is unique to you and it always remains the same.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Google Shape;133;p30" descr=""/>
          <p:cNvPicPr/>
          <p:nvPr/>
        </p:nvPicPr>
        <p:blipFill>
          <a:blip r:embed="rId1"/>
          <a:srcRect l="49995" t="22408" r="3405" b="8009"/>
          <a:stretch/>
        </p:blipFill>
        <p:spPr>
          <a:xfrm>
            <a:off x="4011480" y="935280"/>
            <a:ext cx="4820400" cy="404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38;p31" descr=""/>
          <p:cNvPicPr/>
          <p:nvPr/>
        </p:nvPicPr>
        <p:blipFill>
          <a:blip r:embed="rId1"/>
          <a:srcRect l="66839" t="34337" r="5570" b="28750"/>
          <a:stretch/>
        </p:blipFill>
        <p:spPr>
          <a:xfrm>
            <a:off x="6112440" y="1622520"/>
            <a:ext cx="2521800" cy="189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6" name="Google Shape;139;p31"/>
          <p:cNvGrpSpPr/>
          <p:nvPr/>
        </p:nvGrpSpPr>
        <p:grpSpPr>
          <a:xfrm>
            <a:off x="643680" y="1139040"/>
            <a:ext cx="5468760" cy="2865240"/>
            <a:chOff x="643680" y="1139040"/>
            <a:chExt cx="5468760" cy="2865240"/>
          </a:xfrm>
        </p:grpSpPr>
        <p:sp>
          <p:nvSpPr>
            <p:cNvPr id="77" name="Google Shape;140;p31"/>
            <p:cNvSpPr/>
            <p:nvPr/>
          </p:nvSpPr>
          <p:spPr>
            <a:xfrm>
              <a:off x="643680" y="1139040"/>
              <a:ext cx="2693520" cy="524160"/>
            </a:xfrm>
            <a:prstGeom prst="roundRect">
              <a:avLst>
                <a:gd name="adj" fmla="val 16667"/>
              </a:avLst>
            </a:prstGeom>
            <a:solidFill>
              <a:srgbClr val="0066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GB" sz="2700" strike="noStrike" u="none">
                  <a:solidFill>
                    <a:schemeClr val="lt1"/>
                  </a:solidFill>
                  <a:effectLst/>
                  <a:uFillTx/>
                  <a:latin typeface="Rethink Sans"/>
                  <a:ea typeface="Rethink Sans"/>
                </a:rPr>
                <a:t>Why LinkedIn</a:t>
              </a:r>
              <a:endPara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Google Shape;141;p31"/>
            <p:cNvSpPr/>
            <p:nvPr/>
          </p:nvSpPr>
          <p:spPr>
            <a:xfrm>
              <a:off x="643680" y="1779480"/>
              <a:ext cx="4103640" cy="524160"/>
            </a:xfrm>
            <a:prstGeom prst="roundRect">
              <a:avLst>
                <a:gd name="adj" fmla="val 16667"/>
              </a:avLst>
            </a:prstGeom>
            <a:solidFill>
              <a:srgbClr val="0066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GB" sz="2700" strike="noStrike" u="none">
                  <a:solidFill>
                    <a:schemeClr val="lt1"/>
                  </a:solidFill>
                  <a:effectLst/>
                  <a:uFillTx/>
                  <a:latin typeface="Rethink Sans"/>
                  <a:ea typeface="Rethink Sans"/>
                </a:rPr>
                <a:t>for content creation?</a:t>
              </a:r>
              <a:endPara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9" name="Google Shape;142;p31" descr=""/>
            <p:cNvPicPr/>
            <p:nvPr/>
          </p:nvPicPr>
          <p:blipFill>
            <a:blip r:embed="rId2"/>
            <a:stretch/>
          </p:blipFill>
          <p:spPr>
            <a:xfrm>
              <a:off x="708840" y="2571840"/>
              <a:ext cx="2973600" cy="730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0" name="Google Shape;143;p31"/>
            <p:cNvSpPr/>
            <p:nvPr/>
          </p:nvSpPr>
          <p:spPr>
            <a:xfrm>
              <a:off x="643680" y="3679200"/>
              <a:ext cx="5468760" cy="32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800" strike="noStrike" u="none">
                  <a:solidFill>
                    <a:schemeClr val="dk1"/>
                  </a:solidFill>
                  <a:effectLst/>
                  <a:uFillTx/>
                  <a:latin typeface="Rethink Sans"/>
                  <a:ea typeface="Rethink Sans"/>
                </a:rPr>
                <a:t>Pause for a minute and give it a thought…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48;p32" descr=""/>
          <p:cNvPicPr/>
          <p:nvPr/>
        </p:nvPicPr>
        <p:blipFill>
          <a:blip r:embed="rId1"/>
          <a:srcRect l="3183" t="30121" r="2609" b="16624"/>
          <a:stretch/>
        </p:blipFill>
        <p:spPr>
          <a:xfrm>
            <a:off x="291240" y="1549440"/>
            <a:ext cx="8614440" cy="273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Google Shape;149;p32"/>
          <p:cNvSpPr/>
          <p:nvPr/>
        </p:nvSpPr>
        <p:spPr>
          <a:xfrm>
            <a:off x="1925640" y="537840"/>
            <a:ext cx="5292360" cy="1011240"/>
          </a:xfrm>
          <a:prstGeom prst="roundRect">
            <a:avLst>
              <a:gd name="adj" fmla="val 7300"/>
            </a:avLst>
          </a:prstGeom>
          <a:solidFill>
            <a:srgbClr val="0066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en-GB" sz="2700" strike="noStrike" u="none">
                <a:solidFill>
                  <a:schemeClr val="lt1"/>
                </a:solidFill>
                <a:effectLst/>
                <a:uFillTx/>
                <a:latin typeface="Rethink Sans"/>
                <a:ea typeface="Rethink Sans"/>
              </a:rPr>
              <a:t>Why LinkedIn?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en-GB" sz="1700" strike="noStrike" u="none">
                <a:solidFill>
                  <a:schemeClr val="lt1"/>
                </a:solidFill>
                <a:effectLst/>
                <a:uFillTx/>
                <a:latin typeface="Rethink Sans"/>
                <a:ea typeface="Rethink Sans"/>
              </a:rPr>
              <a:t>There’s more to LinkedIn than just job searching.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Why LinkedIn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Google Shape;155;p33" descr=""/>
          <p:cNvPicPr/>
          <p:nvPr/>
        </p:nvPicPr>
        <p:blipFill>
          <a:blip r:embed="rId1"/>
          <a:srcRect l="4765" t="38904" r="4283" b="24183"/>
          <a:stretch/>
        </p:blipFill>
        <p:spPr>
          <a:xfrm>
            <a:off x="435600" y="2001240"/>
            <a:ext cx="8316000" cy="189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Google Shape;156;p33"/>
          <p:cNvSpPr/>
          <p:nvPr/>
        </p:nvSpPr>
        <p:spPr>
          <a:xfrm>
            <a:off x="311760" y="1413720"/>
            <a:ext cx="69782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Now is the best time to create content on LinkedIn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Why LinkedIn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62;p34"/>
          <p:cNvSpPr/>
          <p:nvPr/>
        </p:nvSpPr>
        <p:spPr>
          <a:xfrm>
            <a:off x="311760" y="1413720"/>
            <a:ext cx="69782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LinkedIn vs other social media platforms: </a:t>
            </a:r>
            <a:r>
              <a:rPr b="1" lang="en-GB" sz="1800" strike="noStrike" u="none">
                <a:solidFill>
                  <a:srgbClr val="006699"/>
                </a:solidFill>
                <a:effectLst/>
                <a:uFillTx/>
                <a:latin typeface="Rethink Sans"/>
                <a:ea typeface="Rethink Sans"/>
              </a:rPr>
              <a:t>Quality of Audience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Google Shape;163;p34" descr=""/>
          <p:cNvPicPr/>
          <p:nvPr/>
        </p:nvPicPr>
        <p:blipFill>
          <a:blip r:embed="rId1"/>
          <a:srcRect l="8223" t="42595" r="7251" b="29626"/>
          <a:stretch/>
        </p:blipFill>
        <p:spPr>
          <a:xfrm>
            <a:off x="752040" y="2191320"/>
            <a:ext cx="7728480" cy="142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168;p35" descr=""/>
          <p:cNvPicPr/>
          <p:nvPr/>
        </p:nvPicPr>
        <p:blipFill>
          <a:blip r:embed="rId1"/>
          <a:stretch/>
        </p:blipFill>
        <p:spPr>
          <a:xfrm>
            <a:off x="2460600" y="1231200"/>
            <a:ext cx="4222080" cy="103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169;p35"/>
          <p:cNvSpPr/>
          <p:nvPr/>
        </p:nvSpPr>
        <p:spPr>
          <a:xfrm>
            <a:off x="1082880" y="2350800"/>
            <a:ext cx="69782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GB" sz="22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is the biggest arbitrage on social media today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70;p35"/>
          <p:cNvSpPr/>
          <p:nvPr/>
        </p:nvSpPr>
        <p:spPr>
          <a:xfrm>
            <a:off x="2541240" y="3086280"/>
            <a:ext cx="4061520" cy="569160"/>
          </a:xfrm>
          <a:prstGeom prst="roundRect">
            <a:avLst>
              <a:gd name="adj" fmla="val 7300"/>
            </a:avLst>
          </a:prstGeom>
          <a:solidFill>
            <a:srgbClr val="6bb9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en-GB" sz="22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Highest return to effort ratio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What Is Niche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76;p36"/>
          <p:cNvSpPr/>
          <p:nvPr/>
        </p:nvSpPr>
        <p:spPr>
          <a:xfrm>
            <a:off x="1082880" y="1413720"/>
            <a:ext cx="6978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A niche is a small and specific selection within a larger market, representing unique needs, traits, or preferences.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Google Shape;177;p36" descr=""/>
          <p:cNvPicPr/>
          <p:nvPr/>
        </p:nvPicPr>
        <p:blipFill>
          <a:blip r:embed="rId1"/>
          <a:srcRect l="27597" t="45581" r="27121" b="22776"/>
          <a:stretch/>
        </p:blipFill>
        <p:spPr>
          <a:xfrm>
            <a:off x="2523960" y="2344680"/>
            <a:ext cx="4139640" cy="162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Why Should You Identify Your Niche?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Google Shape;183;p37" descr=""/>
          <p:cNvPicPr/>
          <p:nvPr/>
        </p:nvPicPr>
        <p:blipFill>
          <a:blip r:embed="rId1"/>
          <a:srcRect l="4466" t="29413" r="7450" b="8366"/>
          <a:stretch/>
        </p:blipFill>
        <p:spPr>
          <a:xfrm>
            <a:off x="428400" y="1689120"/>
            <a:ext cx="8287200" cy="329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188;p38" descr=""/>
          <p:cNvPicPr/>
          <p:nvPr/>
        </p:nvPicPr>
        <p:blipFill>
          <a:blip r:embed="rId1"/>
          <a:stretch/>
        </p:blipFill>
        <p:spPr>
          <a:xfrm>
            <a:off x="2157120" y="461520"/>
            <a:ext cx="4829400" cy="421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193;p39" descr=""/>
          <p:cNvPicPr/>
          <p:nvPr/>
        </p:nvPicPr>
        <p:blipFill>
          <a:blip r:embed="rId1"/>
          <a:stretch/>
        </p:blipFill>
        <p:spPr>
          <a:xfrm>
            <a:off x="2592000" y="591840"/>
            <a:ext cx="3959640" cy="39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LibreOffice/25.2.7.2$Linux_X86_64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2026-10-20T18:49:25Z</dcterms:modified>
  <cp:revision>2</cp:revision>
  <dc:subject/>
  <dc:title/>
</cp:coreProperties>
</file>